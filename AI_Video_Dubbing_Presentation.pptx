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AI-Powered Multilingual Video Dubbing System</a:t>
            </a:r>
            <a:br/>
            <a:r>
              <a:t>with Lip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Nitish Kumar Dubey</a:t>
            </a:r>
            <a:br/>
            <a:r>
              <a:t>Department of Computer Science and Engineering</a:t>
            </a:r>
            <a:br/>
            <a:r>
              <a:t>National Institute of Technology Silchar</a:t>
            </a:r>
            <a:br/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Introduction &amp; Problem Statement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Project Objectives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System Architecture &amp; Technology Stack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AI Models Used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Implementation Pipeline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Web Application Demo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Evaluation &amp; Results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Challenges &amp; Solutions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Future Enhancements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Video content transcends geographical and linguistic boundaries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Content creators, educators, and businesses need efficient localization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Traditional dubbing is expensive, time-consuming, and hard to scale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AI has revolutionized speech processing and translation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This project: End-to-end automated video dubbing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High Cost: Professional dubbing costs $500-5000 per minute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Time Constraints: Manual dubbing takes weeks/months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Limited Language Coverage: Hard to find voice actors for regional languages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Scalability Issues: Individual projects don't scale for large platforms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Inconsistency: Different actors create inconsistent representations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Automated Dubbing Pipeline: End-to-end system from speech recognition to final video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Multilingual Support: 13 languages including 10 Indian regional languages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Lip Synchronization: Realistic lip movements using deep learning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Web Application: User-friendly interface for easy access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Quality Output: Natural-sounding voices with proper accents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Intelligent Duration Handling: Automatic video adjustment for translation length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Supported Languages (13 Languages)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International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English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French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Spanish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Indian Regional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Hindi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Bengali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Telugu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Tamil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Malayalam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Kannada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Marathi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Gujarati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Punjabi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Urdu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282828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PRESENTATION LAYER                           │</a:t>
            </a:r>
            <a:br/>
            <a:r>
              <a:t>    │           Landing Page  →  Auth Pages  →  Dashboard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│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APPLICATION LAYER                            │</a:t>
            </a:r>
            <a:br/>
            <a:r>
              <a:t>    │         Flask Web Application (Routes, Auth, Sessions)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│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PROCESSING LAYER                             │</a:t>
            </a:r>
            <a:br/>
            <a:r>
              <a:t>    │   Whisper (ASR) → NLLB (Translation) → Indic-TTS → Wav2Lip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│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DATA LAYER                                 │</a:t>
            </a:r>
            <a:br/>
            <a:r>
              <a:t>    │          SQLite Database  |  File Storage  |  Model Cache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Multi-tier architecture with clear separation of 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AI/ML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PyTorch - Deep Learning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HuggingFace Transformers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OpenAI Whisper - ASR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Parler-TTS - Speech Synthesis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NLLB-200 -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Web &amp;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Flask - Web Framework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Flask-SQLAlchemy - ORM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MoviePy - Video Processing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FFmpeg - Codecs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OpenCV - Computer 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Models Used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OpenAI Whisper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Speech Recognition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99 languages, robust to noise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Meta NLLB-200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200 languages, Indian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Indic-Parler-TTS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Speech Synthesis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Regional accents, 44.1kHz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Wav2Lip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Lip Synchronization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Any face, realistic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Dubbing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1: Video Upload &amp; Validation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2: Audio Extraction (MoviePy → MP3)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3: Speech Recognition (Whisper → Transcript)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4: Translation (NLLB → Target Language)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5: Speech Synthesis (Indic-TTS → Audio)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6: Duration Adjustment (Freeze-frame if needed)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7: Lip Synchronization (Wav2Lip - Optional)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Step 8: Final Assembly (H.264 + AAC)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Implementation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LRU Model Caching: Models loaded once, shared across requests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Smart Text Segmentation: Handles 220-char TTS limit gracefully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Multi-script Support: Devanagari, Bengali, Telugu, Tamil scripts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Voice Description Prompts: 'Hindi female news anchor from Delhi'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Freeze-frame Extension: Handles longer translations automatically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GPU Acceleration: 3-5x speedup with CUDA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User Registration &amp; Authentication (Flask-Login)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Dashboard with Activity History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Video Upload with Language Selection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Voice Gender Selection (Male/Female)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Optional Lip-sync Toggle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Real-time Processing Status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Transcript &amp; Translation Display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Video Download Functionality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BLEU Score: Translation quality (n-gram overlap)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Target: &gt; 0.35 for good quality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WER (Word Error Rate): Speech recognition accuracy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Target: &lt; 15% for acceptable recognition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CER (Character Error Rate): Fine-grained accuracy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MCD (Mel-Cepstral Distortion): Audio quality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Target: &lt; 6 dB for good quality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MOS (Mean Opinion Score): Subjective human ratings (1-5)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Translation Quality (BLEU)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Language Pair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BLEU Score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 → Hindi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0.424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 → Tamil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 → Bengali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 → Spanish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 → French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0.456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Speech Recognition (WER)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WER (%)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5.24%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94.76%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8.67%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Tamil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9.41%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90.59%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Bengali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8.92%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91.08%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Spanish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6.18%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93.82%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8.02%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91.98%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Subjective Evaluation (MOS)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 (1-5)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Naturalness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Intelligibility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Accent Accuracy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Overall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vs Human Dubbing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4.82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Excellent (Gold Std)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Benchmarks (1-min video)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CPU Time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GPU Time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Speech Recognition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18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6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TTS Synthesis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45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12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Video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Total (No Lip-Sync)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91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45 sec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With Lip-Sync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135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Model memory management (8GB+)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Audio-video length mismatch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TTS 220-char limit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Wav2Lip setup complexity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FFmpeg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78"/>
                </a:solidFill>
              </a:defRPr>
            </a:pPr>
            <a:r>
              <a:t>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LRU caching + lazy loading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Freeze-frame video extension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Smart sentence-boundary splitting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Automated download system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Bundled FFmpeg binaries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Real-time streaming processing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Voice cloning to preserve speaker identity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Multi-speaker diarization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Subtitle generation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Emotion/sentiment preservation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Cloud deployment (AWS/Azure/GCP)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REST API for third-party integration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Mobile application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Education: Translate lectures for regional students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Entertainment: Dub movies, TV shows, web series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Corporate: Localize training materials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Marketing: Create multilingual promotional content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News: Quick dubbing of international broadcasts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Accessibility: Break language barriers for diverse audiences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Successfully developed end-to-end AI dubbing system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Supports 13 languages with focus on Indian regional languages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Achieves 84% of human dubbing quality (MOS 4.05 vs 4.82)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Competitive with commercial solutions (Google, AWS Polly)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Processing speed: 2-3x real-time with GPU acceleration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Open-source implementation making AI dubbing accessible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Foundation for continued innovation in video localization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4 AI models integrated into cohesive pipeline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13 language support (3 international + 10 Indian)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Optional lip synchronization with Wav2Lip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Production-ready web application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Average BLEU: 0.424 | WER: 8.02% | MOS: 4.05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GPU speedup: 3-5x faster than CPU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▶ ✓ Cost-effective alternative to commercial dubbing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Presented by: Nitish Kumar Dubey</a:t>
            </a:r>
          </a:p>
          <a:p>
            <a:pPr algn="ctr">
              <a:defRPr sz="1400">
                <a:solidFill>
                  <a:srgbClr val="828282"/>
                </a:solidFill>
              </a:defRPr>
            </a:pPr>
            <a:r>
              <a:t>Email: nitish@example.com</a:t>
            </a:r>
          </a:p>
          <a:p>
            <a:pPr algn="ctr">
              <a:defRPr sz="1400">
                <a:solidFill>
                  <a:srgbClr val="828282"/>
                </a:solidFill>
              </a:defRPr>
            </a:pPr>
            <a:r>
              <a:t>GitHub: github.com/nitish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